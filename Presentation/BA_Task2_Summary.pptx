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1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C8102E">
              <a:alpha val="12000"/>
            </a:srgbClr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8102E"/>
                </a:solidFill>
              </a:rPr>
              <a:t>BRITISH AIRWAYS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3AF"/>
                </a:solidFill>
              </a:rPr>
              <a:t>Data Science Job Simulation — Task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Predicting Customer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Booking Behaviour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6459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Analyst: Dinesh Navaneethan  |  Aston University MSc AI  |  April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Algorithm: Random Forest Classifier  |  Dataset: 50,000 customer records  |  CV: 5-Fold Stratified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6583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Customer Booking Prediction — Model Summary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0" y="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CA3AF"/>
                </a:solidFill>
              </a:rPr>
              <a:t>Dinesh Navaneethan  |  British Airways Data Science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38862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89611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Performance — 5-Fold Cross-Validation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243584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243584"/>
            <a:ext cx="64008" cy="5852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157"/>
                </a:solidFill>
              </a:rPr>
              <a:t>ROC-AUC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51760" y="12801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</a:rPr>
              <a:t>0.765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" y="1536192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Primary metric — well above chance (0.5)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1901952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901952"/>
            <a:ext cx="64008" cy="5852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956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157"/>
                </a:solidFill>
              </a:rPr>
              <a:t>Accuracy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651760" y="1938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72.3%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20040" y="219456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Correct predictions across all customers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82880" y="2560320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560320"/>
            <a:ext cx="64008" cy="5852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1518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157"/>
                </a:solidFill>
              </a:rPr>
              <a:t>Recall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259689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66.3%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0040" y="2852928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all actual completers, 66% identified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2880" y="3218688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218688"/>
            <a:ext cx="64008" cy="5852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2735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157"/>
                </a:solidFill>
              </a:rPr>
              <a:t>F1 Score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51760" y="32552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0.417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0040" y="35112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Balanced metric — accounts for imbalance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82880" y="3877056"/>
            <a:ext cx="388620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2880" y="3877056"/>
            <a:ext cx="64008" cy="585216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3931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2157"/>
                </a:solidFill>
              </a:rPr>
              <a:t>Precision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651760" y="39136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03087"/>
                </a:solidFill>
              </a:rPr>
              <a:t>30.4%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20040" y="416966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Of predicted completers, 30% genuine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572000"/>
            <a:ext cx="3886200" cy="256032"/>
          </a:xfrm>
          <a:prstGeom prst="rect">
            <a:avLst/>
          </a:prstGeom>
          <a:solidFill>
            <a:srgbClr val="FEF3CD"/>
          </a:solidFill>
          <a:ln w="12700">
            <a:solidFill>
              <a:srgbClr val="F4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4572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D4E00"/>
                </a:solidFill>
              </a:rPr>
              <a:t>Dataset imbalanced: 85% non-complete / 15% complete. ROC-AUC is the primary metric.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251960" y="896112"/>
            <a:ext cx="4663440" cy="274320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51960" y="89611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Importance — What Predicts Booking Completion?</a:t>
            </a:r>
            <a:endParaRPr lang="en-US" sz="900" dirty="0"/>
          </a:p>
        </p:txBody>
      </p:sp>
      <p:pic>
        <p:nvPicPr>
          <p:cNvPr id="37" name="Image 0" descr="/home/claude/ba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207008"/>
            <a:ext cx="4663440" cy="3621024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182880" y="4892040"/>
            <a:ext cx="8732520" cy="822960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82880" y="4892040"/>
            <a:ext cx="64008" cy="8229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Key Finding &amp; Recommendation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320040" y="5138928"/>
            <a:ext cx="8458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1D5DB"/>
                </a:solidFill>
              </a:rPr>
              <a:t>The model (ROC-AUC 0.765) reveals that BOOKING ORIGIN is the dominant predictor of completion (37% importance), followed by ROUTE FREQUENCY (12%) and LENGTH OF STAY (11%). This suggests BA should deploy geo-targeted proactive marketing — identifying high-propensity customers by origin market and route before they leave the browse stage. Customers selecting add-ons (baggage, meals) show strong purchase intent and should be prioritised for re-engagement campaigns.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7498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686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Supporting Analysis — EDA &amp; Model Evaluation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82880" y="868680"/>
            <a:ext cx="5669280" cy="25603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8686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Exploratory Data Analysis — 6 Key Patterns</a:t>
            </a:r>
            <a:endParaRPr lang="en-US" sz="900" dirty="0"/>
          </a:p>
        </p:txBody>
      </p:sp>
      <p:pic>
        <p:nvPicPr>
          <p:cNvPr id="7" name="Image 0" descr="/home/claude/ba_eda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70432"/>
            <a:ext cx="5669280" cy="32004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035040" y="868680"/>
            <a:ext cx="2926080" cy="256032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0" y="868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ROC Curve (AUC = 0.765)</a:t>
            </a:r>
            <a:endParaRPr lang="en-US" sz="900" dirty="0"/>
          </a:p>
        </p:txBody>
      </p:sp>
      <p:pic>
        <p:nvPicPr>
          <p:cNvPr id="10" name="Image 1" descr="/home/claude/ba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170432"/>
            <a:ext cx="2926080" cy="23317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035040" y="3566160"/>
            <a:ext cx="2926080" cy="256032"/>
          </a:xfrm>
          <a:prstGeom prst="rect">
            <a:avLst/>
          </a:prstGeom>
          <a:solidFill>
            <a:srgbClr val="002157"/>
          </a:solidFill>
          <a:ln w="12700">
            <a:solidFill>
              <a:srgbClr val="00215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35661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Cross-Validation Metrics</a:t>
            </a:r>
            <a:endParaRPr lang="en-US" sz="900" dirty="0"/>
          </a:p>
        </p:txBody>
      </p:sp>
      <p:pic>
        <p:nvPicPr>
          <p:cNvPr id="13" name="Image 2" descr="/home/claude/ba_cv_metric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858768"/>
            <a:ext cx="2926080" cy="11887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82880" y="4434840"/>
            <a:ext cx="17830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182880" y="4434840"/>
            <a:ext cx="178308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274320" y="45171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Mobile bookings complete at 22% vs 13% for Internet — mobile users show stronger intent</a:t>
            </a:r>
            <a:endParaRPr lang="en-US" sz="750" dirty="0"/>
          </a:p>
        </p:txBody>
      </p:sp>
      <p:sp>
        <p:nvSpPr>
          <p:cNvPr id="17" name="Shape 12"/>
          <p:cNvSpPr/>
          <p:nvPr/>
        </p:nvSpPr>
        <p:spPr>
          <a:xfrm>
            <a:off x="2103120" y="4434840"/>
            <a:ext cx="17830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2103120" y="4434840"/>
            <a:ext cx="178308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194560" y="45171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Customers selecting ALL three add-ons complete at 3× the rate of zero add-on customers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4023360" y="4434840"/>
            <a:ext cx="1783080" cy="612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023360" y="4434840"/>
            <a:ext cx="178308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114800" y="4517136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Purchase lead time &lt;7 days (last minute) correlates with significantly lower completion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Airways — Booking Prediction Model Summary</dc:title>
  <dc:subject>PptxGenJS Presentation</dc:subject>
  <dc:creator>Dinesh Navaneethan</dc:creator>
  <cp:lastModifiedBy>Dinesh Navaneethan</cp:lastModifiedBy>
  <cp:revision>1</cp:revision>
  <dcterms:created xsi:type="dcterms:W3CDTF">2026-04-12T11:10:17Z</dcterms:created>
  <dcterms:modified xsi:type="dcterms:W3CDTF">2026-04-12T11:10:17Z</dcterms:modified>
</cp:coreProperties>
</file>